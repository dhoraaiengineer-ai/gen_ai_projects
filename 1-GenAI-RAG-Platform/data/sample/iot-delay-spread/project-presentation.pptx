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planning tools need a quick delay spread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3,985 channel snapshots.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error is cut by more than half.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Note: this is a synthetic document created to test the RAG platform. All names are fictional.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RMS delay spread for indoor IoT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Alex Morgan</a:t>
            </a:r>
          </a:p>
          <a:p>
            <a:r>
              <a:t>Northbridge Institute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Multipath reflections smear indoor radio signals in time.</a:t>
            </a:r>
          </a:p>
          <a:p>
            <a:r>
              <a:t>Large delay spread forces lower data rates for IoT links.</a:t>
            </a:r>
          </a:p>
          <a:p>
            <a:r>
              <a:t>Measuring every building is too slow and expensive.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Five measurement sites, 2.4 GHz and 5.8 GHz.</a:t>
            </a:r>
          </a:p>
          <a:p>
            <a:r>
              <a:t>Two-layer feedforward network, eight hidden neurons.</a:t>
            </a:r>
          </a:p>
          <a:p>
            <a:r>
              <a:t>Levenberg-Marquardt training with early stopping.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on held-out sites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60960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RMSE (ns)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Log-distance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9.8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Proposed neural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Extend the model to 60 GHz millimetre-wave links.</a:t>
            </a:r>
          </a:p>
          <a:p>
            <a:r>
              <a:t>Add outdoor-to-indoor measurements.</a:t>
            </a:r>
          </a:p>
          <a:p>
            <a:r>
              <a:t>Deploy the model inside a network planning tool.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