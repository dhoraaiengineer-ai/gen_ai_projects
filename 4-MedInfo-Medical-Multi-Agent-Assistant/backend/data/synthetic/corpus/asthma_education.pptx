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Asthma basics (SYNTHETIC)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TEST DOCUMENT</a:t>
            </a:r>
          </a:p>
          <a:p>
            <a:r>
              <a:t>Asthma symptoms include wheeze, cough, chest tightness and shortness of breath.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Reliever inhalers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Respiclar is a fictional reliever inhaler.</a:t>
            </a:r>
          </a:p>
          <a:p>
            <a:r>
              <a:t>If a reliever is needed more than 3 times a week, asthma should be reviewed.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get urgent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Severe breathlessness, or a reliever that does not help, needs emergency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Asthma control levels (SYNTHETIC)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Reliever use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 times a week or less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Not 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More than 3 times a week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