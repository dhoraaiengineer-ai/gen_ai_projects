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was concentrated in two hyperscale customers; watch customer concentration.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NovaTek Semiconductor (NVTK) - Q2 2026 Earnings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Equity research, Northwind Asset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42% year on year in Q2 2026.</a:t>
            </a:r>
          </a:p>
          <a:p>
            <a:r>
              <a:t>Data-centre accelerators were 61% of revenue.</a:t>
            </a:r>
          </a:p>
          <a:p>
            <a:r>
              <a:t>Gross margin was 58.4%.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2026 guidance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35% to 40%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57% to 59%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NVTK Q2 2026 Earnings Review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